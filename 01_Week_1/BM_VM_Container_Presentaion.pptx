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5" r:id="rId6"/>
    <p:sldId id="262" r:id="rId7"/>
    <p:sldId id="264" r:id="rId8"/>
    <p:sldId id="263" r:id="rId9"/>
    <p:sldId id="261" r:id="rId10"/>
    <p:sldId id="260" r:id="rId11"/>
    <p:sldId id="259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C61B-6473-48B6-A4B7-AC3D4F9A2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F435D-B671-4902-80AD-5FFF57A8A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2C37F-A2ED-469D-8E96-9F5EAEC90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66C88-A109-4197-BCCB-5C36D40BFDC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5E711-0B58-4890-B5CE-311F3F7EB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E35A6-D4CD-479C-A37A-43ABB1465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AC3A1-A89E-490E-8BEB-543C21E9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5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4F550-CC5C-49E7-AD44-E14C506B7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4866C-8DFE-49C5-BA2E-C1DEC2A31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0C87C-E540-4F61-A726-B5524F236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66C88-A109-4197-BCCB-5C36D40BFDC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E52DA-DC98-47DC-9660-63C0FC361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D3BD4-C248-400F-A100-F4BD52B37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AC3A1-A89E-490E-8BEB-543C21E9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24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6478B-5492-4955-A692-53D0B365C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D68DB-8A20-4448-99AA-61F7DC2CE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12AE7-9B87-4DEA-BCB5-BE38836F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66C88-A109-4197-BCCB-5C36D40BFDC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3A8BE-53A9-43D3-B210-48A3F8278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A8B33-7BA1-448D-9085-F44E21425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AC3A1-A89E-490E-8BEB-543C21E9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68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E35BC-6C1A-4EE8-B943-767C196D9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E185D-665E-4FA1-95F9-8C02C8E8B6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3AE5B-7092-4EDB-BEEC-7A54E3920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66215-AABA-4FA0-BBDD-7DA61172A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66C88-A109-4197-BCCB-5C36D40BFDC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EC612-9980-4484-A773-D7C8AA91B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EE1E9-5A44-49FE-8EE2-2FE716058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AC3A1-A89E-490E-8BEB-543C21E9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727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91D57-55C1-423E-B96E-A272A97BC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B8507-8BBC-4744-B197-6B2001104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524B4-367E-4688-8D1F-64558048B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74458B-A45C-4AC0-B420-5CF8E63727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1BC463-D673-4E50-81D0-7D5B8D488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7DC186-3BAD-4431-A71D-EFE51FDD4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66C88-A109-4197-BCCB-5C36D40BFDC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875FD1-14CE-40A1-8B64-97E99B69F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5F3134-9375-4A1A-98CC-C8283ABE7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AC3A1-A89E-490E-8BEB-543C21E9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99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AF12-9B21-4223-8AB2-1F851CF8A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59AA33-EF74-46BF-9508-235C948F7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66C88-A109-4197-BCCB-5C36D40BFDC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C28EE-3E88-49A1-91DA-DDED83DEF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4B6EB2-6767-4CA6-87E7-59C41C21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AC3A1-A89E-490E-8BEB-543C21E9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83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71DF30-F10F-4BCC-9832-6448ED78D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66C88-A109-4197-BCCB-5C36D40BFDC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A71E8C-4E42-406B-97D3-B5A755D33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C73F1-1057-4309-8B73-E429A2308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AC3A1-A89E-490E-8BEB-543C21E9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91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08863-3CC2-4467-8556-827115277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7587F-A493-4BDF-A406-3271C42DF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7F2591-CC0A-4491-B191-698A3FF3F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067E3-5D47-47DD-8BC3-647C7327E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66C88-A109-4197-BCCB-5C36D40BFDC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00C14B-DD7D-4533-A479-7BA17F4D1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37398-164B-4456-9A7A-A5535D378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AC3A1-A89E-490E-8BEB-543C21E9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894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E26F9-2B31-45B4-BB7E-90F1B1CC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1520D8-2D23-4253-B0D5-C79750C23A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8E264-5D7D-43A4-9555-F8BAE7BCFE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2242C-C5D1-4B7B-9AED-3DACD80BE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66C88-A109-4197-BCCB-5C36D40BFDC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AEC59-503E-433E-A204-C8E656C66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D799-54E4-4D9A-AEE0-D54651128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AC3A1-A89E-490E-8BEB-543C21E9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933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CF33A-120D-4211-97A4-0637EFAB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939A1-9FFB-43C6-B298-EC422E38A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0681E-D4E7-410F-80D2-3AD6F3320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66C88-A109-4197-BCCB-5C36D40BFDC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9E20E-1E80-4BBF-B522-AD6EE6E2B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A72A9-656F-4FF1-AF87-99915A8D1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AC3A1-A89E-490E-8BEB-543C21E9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7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AAF29E-2AFE-45D6-9960-F6BD12706E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FF05E-D93F-4CD6-A86E-4BA5EF4A6A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C92FA-25EE-4400-9061-5B3963E5F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66C88-A109-4197-BCCB-5C36D40BFDC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9E2CD-92B5-422A-9F37-2015CFD97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D9CA2-964E-48D6-8D0E-9654081FC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AC3A1-A89E-490E-8BEB-543C21E9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83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54452-77F4-4EE1-BB6F-F206CF09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3C27F-ED9A-491A-A6A1-DFBE0AED0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676DE-3D6F-4BDF-86C3-A63D97699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66C88-A109-4197-BCCB-5C36D40BFDC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CE351-2E03-473B-8EA4-D7CD87A01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0DE9F-B8B2-4EA9-A73A-B5634C1EDF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AC3A1-A89E-490E-8BEB-543C21E9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95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41286B-F8A9-4D29-BD23-EC39634BA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5691987-36B1-446C-8A85-D9364E2F0294}"/>
              </a:ext>
            </a:extLst>
          </p:cNvPr>
          <p:cNvSpPr/>
          <p:nvPr/>
        </p:nvSpPr>
        <p:spPr>
          <a:xfrm>
            <a:off x="3168203" y="5173251"/>
            <a:ext cx="5855594" cy="90152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Rana Muhammad Sarib Rashid</a:t>
            </a:r>
          </a:p>
        </p:txBody>
      </p:sp>
    </p:spTree>
    <p:extLst>
      <p:ext uri="{BB962C8B-B14F-4D97-AF65-F5344CB8AC3E}">
        <p14:creationId xmlns:p14="http://schemas.microsoft.com/office/powerpoint/2010/main" val="533152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AB3BF0-F014-49A0-8492-C0311D59C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29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9A9288-E7E0-4B30-9046-BF386FE09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475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B1F817-FEB4-420E-9B49-9188A0F09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271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8574EC-94D7-4C2B-8671-DF4CA3EF4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064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F3F6EE-6525-42C0-83F3-2A5914B98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011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BEC905-641D-41BD-A143-4217AEC31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77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F82A9A-BCBE-45AE-BFF4-DBF398AE0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51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9E0C27-C20B-415A-8FE1-90D6B560D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52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52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50B8B9-9E15-4DFA-8DA4-5361DFF18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53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CE9528-07ED-4E32-B4AD-ECA0359D2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112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A1E1CC-FA38-45FB-900B-DDA439667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156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</Words>
  <Application>Microsoft Office PowerPoint</Application>
  <PresentationFormat>Widescreen</PresentationFormat>
  <Paragraphs>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Rana Muhammad Sarib</dc:creator>
  <cp:lastModifiedBy>Rana Muhammad Sarib</cp:lastModifiedBy>
  <cp:revision>1</cp:revision>
  <dcterms:created xsi:type="dcterms:W3CDTF">2026-02-25T09:37:00Z</dcterms:created>
  <dcterms:modified xsi:type="dcterms:W3CDTF">2026-02-25T09:43:47Z</dcterms:modified>
</cp:coreProperties>
</file>