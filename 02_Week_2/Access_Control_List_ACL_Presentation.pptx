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3" r:id="rId4"/>
    <p:sldId id="262" r:id="rId5"/>
    <p:sldId id="261" r:id="rId6"/>
    <p:sldId id="264" r:id="rId7"/>
    <p:sldId id="260" r:id="rId8"/>
    <p:sldId id="265" r:id="rId9"/>
    <p:sldId id="266" r:id="rId10"/>
    <p:sldId id="269" r:id="rId11"/>
    <p:sldId id="267" r:id="rId12"/>
    <p:sldId id="270" r:id="rId13"/>
    <p:sldId id="268" r:id="rId14"/>
    <p:sldId id="272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B8B0-38E2-4E04-BAA5-B60ECBF3A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ACBC35-A679-4387-8823-97842CFB0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45970-3B02-41F7-B697-258B08847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42A0-58E7-4DF3-B8C9-3D158C23A62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EC3DD-18E4-4BA1-BCB4-B1785C431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19872-23AB-4DAD-B2F6-13AF5676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1C81-FF65-4BC0-8D62-B139BEEE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66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1ACC-F70C-4FCC-9EAE-B767AEA08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F2D8C-2DD8-4567-B428-0C48E18CA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7F319-9603-4038-AE86-3A7C3C49B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42A0-58E7-4DF3-B8C9-3D158C23A62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837A1-B747-44A9-85D7-5BA00CBA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A58AC-034B-4BBE-8E83-DCE6C2C1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1C81-FF65-4BC0-8D62-B139BEEE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9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65C80-49A5-42B8-BE5B-4FDC25DDE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24ED2-0305-4A35-B3D7-80BCE86DE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FC3D7-11B2-4026-8B75-9A5434EB5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42A0-58E7-4DF3-B8C9-3D158C23A62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A019D-E28C-4E33-B348-AE399E4E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FEAA3-3C03-4AFB-8338-B26F2641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1C81-FF65-4BC0-8D62-B139BEEE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4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9C51E-C707-44FE-B7B5-330D71CB3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FB1D7-4E21-46DF-B6BD-C5C4C1A74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2D631-BDA5-482A-B482-C48332F65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1D27B-E2EE-452B-9C88-5DB805EB3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42A0-58E7-4DF3-B8C9-3D158C23A62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A56412-3E9A-4B24-93A3-889AA673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C1BDA-8D57-4DF4-980A-A09C30CD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1C81-FF65-4BC0-8D62-B139BEEE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6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A21EE-60B1-4843-BDC7-1FAD64D47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15AA4-6533-48F1-A28A-0D7E8B1F7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2224A-BE17-4A1C-ADD9-15199B018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F6356-5EEA-4BFB-919B-58FFC1F99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5EFA94-25BE-424E-91E9-EC3D9B9037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86AC19-465D-425C-BAA3-0CC07A06B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42A0-58E7-4DF3-B8C9-3D158C23A62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F0F408-A990-4B12-A3BF-E00EB73E6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93505C-C195-47D8-A873-A4F7C956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1C81-FF65-4BC0-8D62-B139BEEE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17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B0BB3-A156-4660-BBE5-3C40E31E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158F2E-FBDF-48CF-81B2-B6B46283E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42A0-58E7-4DF3-B8C9-3D158C23A62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0993D-E3B8-461E-BF98-1CAAEE777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D3BB8-AE67-4409-9361-8C565AC7B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1C81-FF65-4BC0-8D62-B139BEEE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5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A0FF52-F394-4E66-872D-74C7FE094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42A0-58E7-4DF3-B8C9-3D158C23A62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13B05B-1546-4A8A-AEF3-EEDA184B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88AE9-7E40-476D-80E3-7B513826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1C81-FF65-4BC0-8D62-B139BEEE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3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89DFE-00E9-469E-90DA-B7EE2E061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E8E9-C568-41F3-97B0-4F4F48CEB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104AA-85B2-482E-90D2-E918C35EB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73CE9-A457-4942-B338-B4D755980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42A0-58E7-4DF3-B8C9-3D158C23A62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C58A1-11A3-4F02-8399-62342BEDC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D5452-79AD-462D-89AF-CCE4C078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1C81-FF65-4BC0-8D62-B139BEEE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8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6A8F-3D71-4DFF-934F-1EA7E8CE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2D492E-5E13-4DDD-A952-0F846C551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ED31A-18CA-48D3-94F2-2005FAA65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B2CAE-6E45-45D5-9DA0-8DF27E651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42A0-58E7-4DF3-B8C9-3D158C23A62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2781-AA44-4D7A-B9A0-89533036E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0F808-100C-4947-B896-5169EDCD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1C81-FF65-4BC0-8D62-B139BEEE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23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FC57-9F16-483E-BB22-488D1F708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E7FA2E-57F2-4AB2-AE8B-71D3293D8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F8802-8EB8-42A0-95CF-EF891B2A4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42A0-58E7-4DF3-B8C9-3D158C23A62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275A5-F4C5-4897-89E9-F186A53FD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0AE07-4380-435B-98F5-2672F196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1C81-FF65-4BC0-8D62-B139BEEE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242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1596C5-2DB7-4B01-8C44-A015BCD443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42300-2AA8-4893-A326-533C80E1E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E7C8F-3D62-4E4B-8909-9BEACFA68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742A0-58E7-4DF3-B8C9-3D158C23A62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4272F-F0B6-4480-935D-159F67A5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A7577-8DD5-4690-BFDB-F4491323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1C81-FF65-4BC0-8D62-B139BEEE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9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F44FCC-5B29-4117-BA01-5BE57D6A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42CA8-C22A-4C45-BBD3-3081F2221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BB58E-FD6F-478E-820C-09DC9688C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742A0-58E7-4DF3-B8C9-3D158C23A62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E1825-A3BD-4B2B-BA45-925272544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08B56-E419-40ED-9293-FDBD6C430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D1C81-FF65-4BC0-8D62-B139BEEE3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4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muhammadsarib942@gmail.com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3ACC21-7720-4B28-8162-8621542BB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D80FB0-2195-4D49-918D-6DEB32DAAAB0}"/>
              </a:ext>
            </a:extLst>
          </p:cNvPr>
          <p:cNvSpPr/>
          <p:nvPr/>
        </p:nvSpPr>
        <p:spPr>
          <a:xfrm>
            <a:off x="798490" y="4778062"/>
            <a:ext cx="3065172" cy="33485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Rana Muhammad Sarib Rashid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AFB53D-1EF3-4DB1-AFF0-A150156A9779}"/>
              </a:ext>
            </a:extLst>
          </p:cNvPr>
          <p:cNvSpPr/>
          <p:nvPr/>
        </p:nvSpPr>
        <p:spPr>
          <a:xfrm>
            <a:off x="4827430" y="4778061"/>
            <a:ext cx="1727916" cy="3348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March 2026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45A729-ED06-46FF-83D9-D0DC0AFFCFF8}"/>
              </a:ext>
            </a:extLst>
          </p:cNvPr>
          <p:cNvSpPr/>
          <p:nvPr/>
        </p:nvSpPr>
        <p:spPr>
          <a:xfrm>
            <a:off x="798490" y="5550794"/>
            <a:ext cx="2807596" cy="3348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AWS Cloud Infrastructure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97571A1-A7F7-4487-BA65-3118458286BB}"/>
              </a:ext>
            </a:extLst>
          </p:cNvPr>
          <p:cNvSpPr/>
          <p:nvPr/>
        </p:nvSpPr>
        <p:spPr>
          <a:xfrm>
            <a:off x="4833871" y="5550794"/>
            <a:ext cx="1727916" cy="33485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Meta Pi</a:t>
            </a:r>
          </a:p>
        </p:txBody>
      </p:sp>
    </p:spTree>
    <p:extLst>
      <p:ext uri="{BB962C8B-B14F-4D97-AF65-F5344CB8AC3E}">
        <p14:creationId xmlns:p14="http://schemas.microsoft.com/office/powerpoint/2010/main" val="69445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C8E87E-9750-4229-82B6-E94B7EAAD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9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68D751-BCB2-4AFE-9B36-D27066E68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56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5A6785-42A2-46B7-AB9A-D794D37E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58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31845D-C9ED-4E16-A968-0AD022D07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39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B477FA-E9F3-4F53-AC1C-CFD873A62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51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1672F9-1478-4B58-B139-A2F1E2487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55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5CC8E1-E29D-4843-B83E-F24BC240C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65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96FDD7-086B-4EF1-B63A-FFC5B92C2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64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FFABC6-53E0-4E0F-920B-C68C29228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22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770E35-540D-4338-AB91-F9E2A4784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44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FE60B4-C767-4B1E-866E-AB949BFAF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41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4B34D6-22B3-4560-B8DE-705587E71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35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B74275-B701-4B21-91F1-97A5425C9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78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7644DC-01CB-4493-861E-9B0A5AC5B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6A9B9C-3821-4D43-8791-55A70FAE7345}"/>
              </a:ext>
            </a:extLst>
          </p:cNvPr>
          <p:cNvSpPr/>
          <p:nvPr/>
        </p:nvSpPr>
        <p:spPr>
          <a:xfrm>
            <a:off x="1609859" y="5048519"/>
            <a:ext cx="3915177" cy="90152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hlinkClick r:id="rId3"/>
              </a:rPr>
              <a:t>muhammadsarib942@gmail.com</a:t>
            </a:r>
            <a:endParaRPr lang="en-US" dirty="0"/>
          </a:p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51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18</Words>
  <Application>Microsoft Office PowerPoint</Application>
  <PresentationFormat>Widescreen</PresentationFormat>
  <Paragraphs>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 Muhammad Sarib</dc:creator>
  <cp:lastModifiedBy>Rana Muhammad Sarib</cp:lastModifiedBy>
  <cp:revision>5</cp:revision>
  <dcterms:created xsi:type="dcterms:W3CDTF">2026-02-27T13:42:31Z</dcterms:created>
  <dcterms:modified xsi:type="dcterms:W3CDTF">2026-03-02T06:56:04Z</dcterms:modified>
</cp:coreProperties>
</file>