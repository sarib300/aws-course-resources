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386" y="7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2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1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1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4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5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9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7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8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7361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67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15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98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4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0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72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S3 (Simple Storage Service)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Amazon S3?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Cloud-based object storage service</a:t>
            </a:r>
          </a:p>
          <a:p>
            <a:pPr lvl="1"/>
            <a:r>
              <a:t>Store, manage, and retrieve large amounts of data</a:t>
            </a:r>
          </a:p>
          <a:p>
            <a:pPr lvl="1"/>
            <a:r>
              <a:t>Highly scalable and reliable</a:t>
            </a:r>
          </a:p>
          <a:p>
            <a:pPr lvl="1"/>
            <a:r>
              <a:t>Accessible anytime via the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of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stored as Objects inside Buckets</a:t>
            </a:r>
          </a:p>
          <a:p>
            <a:pPr lvl="1"/>
            <a:r>
              <a:t>Bucket name must be globally unique</a:t>
            </a:r>
          </a:p>
          <a:p>
            <a:pPr lvl="1"/>
            <a:r>
              <a:t>Buckets are region specific</a:t>
            </a:r>
          </a:p>
          <a:p>
            <a:pPr lvl="1"/>
            <a:r>
              <a:t>Objects stored as Key-Value pairs</a:t>
            </a:r>
          </a:p>
          <a:p>
            <a:pPr lvl="1"/>
            <a:r>
              <a:t>Key = Object name (can include / like folders)</a:t>
            </a:r>
          </a:p>
          <a:p>
            <a:pPr lvl="1"/>
            <a:r>
              <a:t>Value = File/Data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Maximum Object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size of a single object: 5 TB</a:t>
            </a:r>
          </a:p>
          <a:p>
            <a:pPr lvl="1"/>
            <a:r>
              <a:t>Multipart Upload recommended for files larger than 5 GB</a:t>
            </a:r>
          </a:p>
          <a:p>
            <a:pPr lvl="1"/>
            <a:r>
              <a:t>Improves upload performance and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Bucket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JSON-based access control policies</a:t>
            </a:r>
          </a:p>
          <a:p>
            <a:pPr lvl="1"/>
            <a:r>
              <a:t>Define who can access data</a:t>
            </a:r>
          </a:p>
          <a:p>
            <a:pPr lvl="1"/>
            <a:r>
              <a:t>Control actions: GetObject, PutObject, DeleteObject</a:t>
            </a:r>
          </a:p>
          <a:p>
            <a:pPr lvl="1"/>
            <a:r>
              <a:t>Can use AWS Policy Generator</a:t>
            </a:r>
          </a:p>
          <a:p>
            <a:pPr lvl="1"/>
            <a:r>
              <a:t>Fine-grained security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copy objects between buckets</a:t>
            </a:r>
          </a:p>
          <a:p>
            <a:pPr lvl="1"/>
            <a:r>
              <a:t>Same-Region Replication (SRR)</a:t>
            </a:r>
          </a:p>
          <a:p>
            <a:pPr lvl="1"/>
            <a:r>
              <a:t>Cross-Region Replication (CRR)</a:t>
            </a:r>
          </a:p>
          <a:p>
            <a:pPr lvl="1"/>
            <a:r>
              <a:t>Used for compliance, redundancy,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Lifecycle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smtClean="0"/>
              <a:t>Lifecycle </a:t>
            </a:r>
            <a:r>
              <a:rPr dirty="0"/>
              <a:t>policies automate object transitions</a:t>
            </a:r>
          </a:p>
          <a:p>
            <a:pPr lvl="1"/>
            <a:r>
              <a:rPr dirty="0"/>
              <a:t>Move objects based on age or inactivity</a:t>
            </a:r>
          </a:p>
          <a:p>
            <a:pPr lvl="1"/>
            <a:r>
              <a:rPr dirty="0"/>
              <a:t>Can automatically delete old objects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1898967"/>
            <a:ext cx="7429499" cy="3541714"/>
          </a:xfrm>
        </p:spPr>
        <p:txBody>
          <a:bodyPr/>
          <a:lstStyle/>
          <a:p>
            <a:r>
              <a:rPr lang="en-US" dirty="0"/>
              <a:t>Different storage classes for cost </a:t>
            </a:r>
            <a:r>
              <a:rPr lang="en-US" dirty="0" smtClean="0"/>
              <a:t>optimization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58" y="2607993"/>
            <a:ext cx="7761474" cy="382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4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44" y="975359"/>
            <a:ext cx="7480755" cy="5109755"/>
          </a:xfrm>
        </p:spPr>
      </p:pic>
    </p:spTree>
    <p:extLst>
      <p:ext uri="{BB962C8B-B14F-4D97-AF65-F5344CB8AC3E}">
        <p14:creationId xmlns:p14="http://schemas.microsoft.com/office/powerpoint/2010/main" val="297337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Snow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Physical devices for large-scale data transfer</a:t>
            </a:r>
          </a:p>
          <a:p>
            <a:pPr lvl="1"/>
            <a:r>
              <a:rPr dirty="0"/>
              <a:t>Used when internet upload is not practical</a:t>
            </a:r>
          </a:p>
          <a:p>
            <a:pPr lvl="1"/>
            <a:r>
              <a:rPr dirty="0"/>
              <a:t>Ideal for remote locations</a:t>
            </a:r>
          </a:p>
          <a:p>
            <a:pPr lvl="1"/>
            <a:r>
              <a:rPr dirty="0"/>
              <a:t>Helps migrate massive data to AWS </a:t>
            </a:r>
            <a:r>
              <a:rPr dirty="0" smtClean="0"/>
              <a:t>Cloud</a:t>
            </a:r>
            <a:endParaRPr lang="en-US" dirty="0" smtClean="0"/>
          </a:p>
          <a:p>
            <a:pPr lvl="1"/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869" y="4103595"/>
            <a:ext cx="7127690" cy="220512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</TotalTime>
  <Words>208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Amazon S3 (Simple Storage Service)</vt:lpstr>
      <vt:lpstr>What is Amazon S3?</vt:lpstr>
      <vt:lpstr>Core Concepts of S3</vt:lpstr>
      <vt:lpstr>Maximum Object Size</vt:lpstr>
      <vt:lpstr>S3 Bucket Policies</vt:lpstr>
      <vt:lpstr>S3 Replication</vt:lpstr>
      <vt:lpstr> Lifecycle Policies</vt:lpstr>
      <vt:lpstr>Storage Classes</vt:lpstr>
      <vt:lpstr>PowerPoint Presentation</vt:lpstr>
      <vt:lpstr>S3 Snow Family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S3 (Simple Storage Service)</dc:title>
  <dc:subject/>
  <dc:creator>Umair Khan</dc:creator>
  <cp:keywords/>
  <dc:description>generated using python-pptx</dc:description>
  <cp:lastModifiedBy>Moorche</cp:lastModifiedBy>
  <cp:revision>3</cp:revision>
  <dcterms:created xsi:type="dcterms:W3CDTF">2013-01-27T09:14:16Z</dcterms:created>
  <dcterms:modified xsi:type="dcterms:W3CDTF">2026-03-02T12:02:38Z</dcterms:modified>
  <cp:category/>
</cp:coreProperties>
</file>